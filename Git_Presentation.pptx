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Git Commands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Complete Git Presentation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Simple Theme • Internship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What is Git?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Definition: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Git is a Distributed Version Control System (DVCS).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endParaRPr/>
          </a:p>
          <a:p>
            <a:pPr>
              <a:defRPr sz="2100">
                <a:solidFill>
                  <a:srgbClr val="374151"/>
                </a:solidFill>
              </a:defRPr>
            </a:pPr>
            <a:r>
              <a:t>Explanation: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• Tracks code changes.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• Supports collaboration.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• Maintains version history.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• Allows rollback to previous versions.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git init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Definition: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Initializes a new Git repository.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endParaRPr/>
          </a:p>
          <a:p>
            <a:pPr>
              <a:defRPr sz="2100">
                <a:solidFill>
                  <a:srgbClr val="374151"/>
                </a:solidFill>
              </a:defRPr>
            </a:pPr>
            <a:r>
              <a:t>Command: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git init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endParaRPr/>
          </a:p>
          <a:p>
            <a:pPr>
              <a:defRPr sz="2100">
                <a:solidFill>
                  <a:srgbClr val="374151"/>
                </a:solidFill>
              </a:defRPr>
            </a:pPr>
            <a:r>
              <a:t>Explanation: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Creates the hidden .git folder and starts version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Main (Master)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Definition: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The default branch containing stable, production-ready code.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endParaRPr/>
          </a:p>
          <a:p>
            <a:pPr>
              <a:defRPr sz="2100">
                <a:solidFill>
                  <a:srgbClr val="374151"/>
                </a:solidFill>
              </a:defRPr>
            </a:pPr>
            <a:r>
              <a:t>Explanation: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Only tested code is merged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Develop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Definition: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Integration branch where completed features are merged and tested before Main.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Feature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Definition: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Temporary branch for one feature.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endParaRPr/>
          </a:p>
          <a:p>
            <a:pPr>
              <a:defRPr sz="2100">
                <a:solidFill>
                  <a:srgbClr val="374151"/>
                </a:solidFill>
              </a:defRPr>
            </a:pPr>
            <a:r>
              <a:t>Command: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git checkout -b feature-login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Definition: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A snapshot of staged changes.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endParaRPr/>
          </a:p>
          <a:p>
            <a:pPr>
              <a:defRPr sz="2100">
                <a:solidFill>
                  <a:srgbClr val="374151"/>
                </a:solidFill>
              </a:defRPr>
            </a:pPr>
            <a:r>
              <a:t>Command: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git commit -m "message"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087850" cy="3647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Definition: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Uploads local commits to GitHub.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endParaRPr lang="en-US" dirty="0"/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lang="en-US" dirty="0"/>
              <a:t>Why 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lang="en-US" dirty="0"/>
              <a:t>Share code with team, backup work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endParaRPr dirty="0"/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Command: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git push origin main</a:t>
            </a:r>
            <a:endParaRPr lang="en-US" dirty="0"/>
          </a:p>
          <a:p>
            <a:pPr>
              <a:defRPr sz="2100">
                <a:solidFill>
                  <a:srgbClr val="374151"/>
                </a:solidFill>
              </a:defRPr>
            </a:pPr>
            <a:endParaRPr lang="en-US" dirty="0"/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lang="en-US" dirty="0"/>
              <a:t>Work-flow 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lang="en-US" dirty="0"/>
              <a:t>Local -&gt; GitHub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Pull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509568" cy="3647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Definition: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Downloads latest changes</a:t>
            </a:r>
            <a:r>
              <a:rPr lang="en-US" dirty="0"/>
              <a:t> from GitHub.</a:t>
            </a:r>
            <a:endParaRPr dirty="0"/>
          </a:p>
          <a:p>
            <a:pPr>
              <a:defRPr sz="2100">
                <a:solidFill>
                  <a:srgbClr val="374151"/>
                </a:solidFill>
              </a:defRPr>
            </a:pPr>
            <a:endParaRPr lang="en-US" dirty="0"/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lang="en-US" dirty="0"/>
              <a:t>Why 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lang="en-US" dirty="0"/>
              <a:t>Synchronize local repository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endParaRPr dirty="0"/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Command: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git pull origin main</a:t>
            </a:r>
            <a:endParaRPr lang="en-US" dirty="0"/>
          </a:p>
          <a:p>
            <a:pPr>
              <a:defRPr sz="2100">
                <a:solidFill>
                  <a:srgbClr val="374151"/>
                </a:solidFill>
              </a:defRPr>
            </a:pPr>
            <a:endParaRPr lang="en-US" dirty="0"/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lang="en-US" dirty="0"/>
              <a:t>Work-flow 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lang="en-US" dirty="0"/>
              <a:t>GitHub -&gt; Local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4980979" cy="3647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Definition: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Combines </a:t>
            </a:r>
            <a:r>
              <a:rPr lang="en-US" dirty="0"/>
              <a:t>changes </a:t>
            </a:r>
            <a:r>
              <a:rPr dirty="0"/>
              <a:t>one branch into another.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endParaRPr lang="en-US" dirty="0"/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lang="en-US" dirty="0"/>
              <a:t>Why 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lang="en-US" dirty="0"/>
              <a:t>Integrate Complete Feature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endParaRPr dirty="0"/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Command: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dirty="0"/>
              <a:t>git merge feature-login</a:t>
            </a:r>
            <a:endParaRPr lang="en-US" dirty="0"/>
          </a:p>
          <a:p>
            <a:pPr>
              <a:defRPr sz="2100">
                <a:solidFill>
                  <a:srgbClr val="374151"/>
                </a:solidFill>
              </a:defRPr>
            </a:pPr>
            <a:endParaRPr lang="en-US" dirty="0"/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lang="en-US" dirty="0"/>
              <a:t>Work-flow 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rPr lang="en-US" dirty="0"/>
              <a:t>Feature branch -&gt; main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Bug Fix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Definition: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Used to fix bugs without affecting ongoing development.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1E40AF"/>
                </a:solidFill>
              </a:defRPr>
            </a:pPr>
            <a:r>
              <a:t>Tag &amp;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374151"/>
                </a:solidFill>
              </a:defRPr>
            </a:pPr>
            <a:r>
              <a:t>Definition: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Tag marks a version like v1.0.</a:t>
            </a:r>
          </a:p>
          <a:p>
            <a:pPr>
              <a:defRPr sz="2100">
                <a:solidFill>
                  <a:srgbClr val="374151"/>
                </a:solidFill>
              </a:defRPr>
            </a:pPr>
            <a:r>
              <a:t>Release is a stable version shared with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269</Words>
  <Application>Microsoft Office PowerPoint</Application>
  <PresentationFormat>Custom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AKSHAY AWARI</dc:creator>
  <cp:keywords/>
  <dc:description>generated using python-pptx</dc:description>
  <cp:lastModifiedBy>AKSHAY AWARI</cp:lastModifiedBy>
  <cp:revision>5</cp:revision>
  <dcterms:created xsi:type="dcterms:W3CDTF">2013-01-27T09:14:16Z</dcterms:created>
  <dcterms:modified xsi:type="dcterms:W3CDTF">2026-08-05T10:12:33Z</dcterms:modified>
  <cp:category/>
</cp:coreProperties>
</file>